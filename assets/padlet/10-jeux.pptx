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Style à thème 1 - Accentuation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Style à thème 1 - Accentuation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Style à thème 1 - Accentuatio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Style à thème 1 - Accentuation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18"/>
  </p:normalViewPr>
  <p:slideViewPr>
    <p:cSldViewPr snapToGrid="0">
      <p:cViewPr varScale="1">
        <p:scale>
          <a:sx n="117" d="100"/>
          <a:sy n="117" d="100"/>
        </p:scale>
        <p:origin x="2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F52020-FEB6-C3B6-6D4F-FE5ED6FE7D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3C01CAD-7E0E-373C-80F4-DC576E7752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4DF39E9-8F46-3A78-8623-E78500666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2718-C5A5-5C4E-9810-7F9A03E150F7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3E6F4D-A01E-E704-636F-12A7D555D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C52407D-4318-CB84-EC82-176E1AB5E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0428A-F05B-B341-8F25-B42D0A5458A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125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B486E9-54BC-8D45-BDFB-FADB4FD39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FDD08CD-B6B7-55E1-BE0F-2FC6CE641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9D566CA-AA44-A70B-0E7A-F2CFDE7B2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2718-C5A5-5C4E-9810-7F9A03E150F7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DDB7DCE-D188-666A-5964-343DEBC38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B54193F-C230-D892-22CE-19B7ED3BA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0428A-F05B-B341-8F25-B42D0A5458A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37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C5B223-7755-CEF4-8CD8-BAC1E68A0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0BC1E98-7466-B66E-16DC-877B90CCA2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81EB3D-AD02-3232-F02F-20C525F2D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2718-C5A5-5C4E-9810-7F9A03E150F7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A4A6F1F-E052-9DB0-DE21-7647EDF82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DF6FCDD-9C97-A9D4-3C52-2FCC20BA4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0428A-F05B-B341-8F25-B42D0A5458A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643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B73CAC-5CCE-43D8-315A-EB5D533DE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0BA7FF6-0C5C-B9F6-E5BC-026B7044F8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ED0A461-B084-62E9-D3FC-30E8EC54C5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C15D598-3F7B-C9D6-2FA3-8CE580D56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2718-C5A5-5C4E-9810-7F9A03E150F7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A5E5CCA-C5E6-4144-F659-81F1A4135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4B0E0DD-6C31-3012-AF9E-1EB227C75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0428A-F05B-B341-8F25-B42D0A5458A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61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60BBBF-DFA5-7628-FBBE-FFB7E2B90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51E53BD-E931-CF7B-4DDF-168DAEC164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8771344-3EA1-0017-5520-FA7238210F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67452F3-0380-F0B1-6056-0B2C5FE525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6652C80-E0C7-AC47-76A3-C4E8A9D0A6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122092B-B52A-4324-C6DC-37E65213F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2718-C5A5-5C4E-9810-7F9A03E150F7}" type="datetimeFigureOut">
              <a:rPr lang="en-US" smtClean="0"/>
              <a:t>2/4/26</a:t>
            </a:fld>
            <a:endParaRPr lang="en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CDEBC54-155E-4C88-D2A2-DCFAC701F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D949B56-4280-7447-6E8F-77970B1A0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0428A-F05B-B341-8F25-B42D0A5458A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068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BAF21F-24C9-A3EA-5DE4-4A4939CA5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0716737-B145-D211-5B27-1B3B2A5C5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2718-C5A5-5C4E-9810-7F9A03E150F7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27B2A28-6850-4DAA-7070-D7C727A30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73ADF57-A010-F49D-E05F-7C38758E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0428A-F05B-B341-8F25-B42D0A5458A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271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71A62EB-4A33-B07E-AC78-F64F9E129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2718-C5A5-5C4E-9810-7F9A03E150F7}" type="datetimeFigureOut">
              <a:rPr lang="en-US" smtClean="0"/>
              <a:t>2/4/26</a:t>
            </a:fld>
            <a:endParaRPr 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096B217-1FDE-7E49-A751-AF5E0A048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561D126-B6E8-40A5-43F9-334ABB805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0428A-F05B-B341-8F25-B42D0A5458A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818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8C3364-CEE7-2163-5C60-0F6BDEC7E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9510CB-766E-4A3B-6BF2-CC9775F9C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BC2E637-E9F9-EE4D-9834-E0DE7F97EC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6DA12EF-0F20-BDAA-C565-919A40CE4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2718-C5A5-5C4E-9810-7F9A03E150F7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702C552-CE56-2CE0-09B9-AD947CDEA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0017669-F158-7D3B-314E-8F8715155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0428A-F05B-B341-8F25-B42D0A5458A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506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1CA2C5-074D-39A8-F5AA-B62E22FAE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5BB5106-B3F8-6344-5398-58352E007C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E617049-CF69-C203-14CC-D03F09C2FB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6EB4140-DDB5-53DC-ABCD-1CD382C24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2718-C5A5-5C4E-9810-7F9A03E150F7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D77E42B-5171-A71A-C964-53433C716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D668500-4BBA-7A9A-4FE9-1DC71B4B2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0428A-F05B-B341-8F25-B42D0A5458A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349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FBCD51-BD0D-4907-B770-D409E2555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C9642BC-35D9-193A-7DA1-CC7DF56870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CC6B57D-932F-DE58-6891-40886EB17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2718-C5A5-5C4E-9810-7F9A03E150F7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E4C438-45F0-0CD4-5712-747417C1D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77E477-6926-E776-D312-5D0C4C20B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0428A-F05B-B341-8F25-B42D0A5458A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366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5CEDE6D-A4F3-FF54-C5FF-B037CCCAFA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DAF26BA-DC15-A145-1E25-7EF41B15D0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4BA2FD2-3A7E-4FF4-DECE-FB6FBB241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2718-C5A5-5C4E-9810-7F9A03E150F7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3B58EE-57D6-8C48-88DA-FBAAFF670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8219937-D844-8DC3-E127-97DBA04A6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0428A-F05B-B341-8F25-B42D0A5458A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158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318A419-E36C-F20A-B553-A55CABB3D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1A76EA7-60AB-6F02-AF52-7742857590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EEEFA3-8B32-4494-BEAC-0F3FA8AC1F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CE2718-C5A5-5C4E-9810-7F9A03E150F7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2A871A2-6BDA-C477-49AA-2B00FB55F0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4F9CE3-B921-0E62-4913-0A092C8944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00428A-F05B-B341-8F25-B42D0A5458A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915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673E4F03-C731-3CC6-B9E0-E28E06F0D064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676649" y="1825624"/>
            <a:ext cx="1572339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974ACDC7-9027-3C74-2DFE-3376DF7022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30752"/>
              </p:ext>
            </p:extLst>
          </p:nvPr>
        </p:nvGraphicFramePr>
        <p:xfrm>
          <a:off x="304800" y="0"/>
          <a:ext cx="11277600" cy="5872883"/>
        </p:xfrm>
        <a:graphic>
          <a:graphicData uri="http://schemas.openxmlformats.org/drawingml/2006/table">
            <a:tbl>
              <a:tblPr/>
              <a:tblGrid>
                <a:gridCol w="1879600">
                  <a:extLst>
                    <a:ext uri="{9D8B030D-6E8A-4147-A177-3AD203B41FA5}">
                      <a16:colId xmlns:a16="http://schemas.microsoft.com/office/drawing/2014/main" val="3850737432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2885479936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2440627778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2657725624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752328443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1978995898"/>
                    </a:ext>
                  </a:extLst>
                </a:gridCol>
              </a:tblGrid>
              <a:tr h="43354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800" b="0" dirty="0">
                        <a:effectLst/>
                      </a:endParaRP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 dirty="0">
                          <a:effectLst/>
                        </a:rPr>
                        <a:t>LANGAGE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D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 dirty="0">
                          <a:effectLst/>
                        </a:rPr>
                        <a:t>FONCTIONS EXECUTIVES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5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 dirty="0">
                          <a:effectLst/>
                        </a:rPr>
                        <a:t>VISUO-SPATIAL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>
                          <a:effectLst/>
                        </a:rPr>
                        <a:t>ATTENTION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 dirty="0">
                          <a:effectLst/>
                        </a:rPr>
                        <a:t>MEMOIRE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5098163"/>
                  </a:ext>
                </a:extLst>
              </a:tr>
              <a:tr h="283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0" dirty="0">
                          <a:effectLst/>
                        </a:rPr>
                        <a:t>TABOO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>
                          <a:effectLst/>
                        </a:rPr>
                        <a:t>+++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D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>
                          <a:effectLst/>
                        </a:rPr>
                        <a:t>++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5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400" dirty="0">
                        <a:effectLst/>
                      </a:endParaRP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 dirty="0">
                          <a:effectLst/>
                        </a:rPr>
                        <a:t>+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400">
                        <a:effectLst/>
                      </a:endParaRP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799243"/>
                  </a:ext>
                </a:extLst>
              </a:tr>
              <a:tr h="283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0" dirty="0">
                          <a:effectLst/>
                        </a:rPr>
                        <a:t>PUISSANCE 4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400">
                        <a:effectLst/>
                      </a:endParaRP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D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>
                          <a:effectLst/>
                        </a:rPr>
                        <a:t>++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5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 dirty="0">
                          <a:effectLst/>
                        </a:rPr>
                        <a:t>+++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 dirty="0">
                          <a:effectLst/>
                        </a:rPr>
                        <a:t>++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400">
                        <a:effectLst/>
                      </a:endParaRP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2631833"/>
                  </a:ext>
                </a:extLst>
              </a:tr>
              <a:tr h="283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0" dirty="0">
                          <a:effectLst/>
                        </a:rPr>
                        <a:t>1000 BORNES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400">
                        <a:effectLst/>
                      </a:endParaRP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D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>
                          <a:effectLst/>
                        </a:rPr>
                        <a:t>+++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5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400" dirty="0">
                        <a:effectLst/>
                      </a:endParaRP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>
                          <a:effectLst/>
                        </a:rPr>
                        <a:t>+++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 dirty="0">
                          <a:effectLst/>
                        </a:rPr>
                        <a:t>++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5279"/>
                  </a:ext>
                </a:extLst>
              </a:tr>
              <a:tr h="283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0" dirty="0">
                          <a:effectLst/>
                        </a:rPr>
                        <a:t>LYNX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400">
                        <a:effectLst/>
                      </a:endParaRP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D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400">
                        <a:effectLst/>
                      </a:endParaRP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5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 dirty="0">
                          <a:effectLst/>
                        </a:rPr>
                        <a:t>+++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>
                          <a:effectLst/>
                        </a:rPr>
                        <a:t>+++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400" dirty="0">
                        <a:effectLst/>
                      </a:endParaRP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4968393"/>
                  </a:ext>
                </a:extLst>
              </a:tr>
              <a:tr h="283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0" dirty="0">
                          <a:effectLst/>
                        </a:rPr>
                        <a:t>MEMORY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400">
                        <a:effectLst/>
                      </a:endParaRP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D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>
                          <a:effectLst/>
                        </a:rPr>
                        <a:t>++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5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 dirty="0">
                          <a:effectLst/>
                        </a:rPr>
                        <a:t>++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>
                          <a:effectLst/>
                        </a:rPr>
                        <a:t>+++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 dirty="0">
                          <a:effectLst/>
                        </a:rPr>
                        <a:t>+++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39367"/>
                  </a:ext>
                </a:extLst>
              </a:tr>
              <a:tr h="4335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0" dirty="0">
                          <a:effectLst/>
                        </a:rPr>
                        <a:t>BIZZARRE BAZAR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400">
                        <a:effectLst/>
                      </a:endParaRP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D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>
                          <a:effectLst/>
                        </a:rPr>
                        <a:t>+++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5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 dirty="0">
                          <a:effectLst/>
                        </a:rPr>
                        <a:t>+++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>
                          <a:effectLst/>
                        </a:rPr>
                        <a:t>++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400" dirty="0">
                        <a:effectLst/>
                      </a:endParaRP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294008"/>
                  </a:ext>
                </a:extLst>
              </a:tr>
              <a:tr h="4335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0" dirty="0">
                          <a:effectLst/>
                        </a:rPr>
                        <a:t>CACHE TOMATE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400">
                        <a:effectLst/>
                      </a:endParaRP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D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400">
                        <a:effectLst/>
                      </a:endParaRP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5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400" dirty="0">
                        <a:effectLst/>
                      </a:endParaRP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>
                          <a:effectLst/>
                        </a:rPr>
                        <a:t>++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 dirty="0">
                          <a:effectLst/>
                        </a:rPr>
                        <a:t>+++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834191"/>
                  </a:ext>
                </a:extLst>
              </a:tr>
              <a:tr h="283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0" dirty="0">
                          <a:effectLst/>
                        </a:rPr>
                        <a:t>CLUEDO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>
                          <a:effectLst/>
                        </a:rPr>
                        <a:t>+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D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>
                          <a:effectLst/>
                        </a:rPr>
                        <a:t>+++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5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400" dirty="0">
                        <a:effectLst/>
                      </a:endParaRP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>
                          <a:effectLst/>
                        </a:rPr>
                        <a:t>++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 dirty="0">
                          <a:effectLst/>
                        </a:rPr>
                        <a:t>+++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289568"/>
                  </a:ext>
                </a:extLst>
              </a:tr>
              <a:tr h="4335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0" dirty="0">
                          <a:effectLst/>
                        </a:rPr>
                        <a:t>BATAILLE NAVALE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400">
                        <a:effectLst/>
                      </a:endParaRP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D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>
                          <a:effectLst/>
                        </a:rPr>
                        <a:t>+++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5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 dirty="0">
                          <a:effectLst/>
                        </a:rPr>
                        <a:t>+++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400">
                        <a:effectLst/>
                      </a:endParaRP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400" dirty="0">
                        <a:effectLst/>
                      </a:endParaRP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357803"/>
                  </a:ext>
                </a:extLst>
              </a:tr>
              <a:tr h="283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0" dirty="0">
                          <a:effectLst/>
                        </a:rPr>
                        <a:t>RUSH HOUR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400">
                        <a:effectLst/>
                      </a:endParaRP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D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>
                          <a:effectLst/>
                        </a:rPr>
                        <a:t>+++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5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>
                          <a:effectLst/>
                        </a:rPr>
                        <a:t>+++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400" dirty="0">
                        <a:effectLst/>
                      </a:endParaRP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400" dirty="0">
                        <a:effectLst/>
                      </a:endParaRP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3896087"/>
                  </a:ext>
                </a:extLst>
              </a:tr>
              <a:tr h="283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0" dirty="0">
                          <a:effectLst/>
                        </a:rPr>
                        <a:t>UNO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400">
                        <a:effectLst/>
                      </a:endParaRP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D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>
                          <a:effectLst/>
                        </a:rPr>
                        <a:t>+++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5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>
                          <a:effectLst/>
                        </a:rPr>
                        <a:t>++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 dirty="0">
                          <a:effectLst/>
                        </a:rPr>
                        <a:t>+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400" dirty="0">
                        <a:effectLst/>
                      </a:endParaRP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257543"/>
                  </a:ext>
                </a:extLst>
              </a:tr>
              <a:tr h="6193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0" dirty="0">
                          <a:effectLst/>
                        </a:rPr>
                        <a:t>DEUX POMMES TROIS PAINS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400">
                        <a:effectLst/>
                      </a:endParaRP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D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>
                          <a:effectLst/>
                        </a:rPr>
                        <a:t>+++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5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400">
                        <a:effectLst/>
                      </a:endParaRP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>
                          <a:effectLst/>
                        </a:rPr>
                        <a:t>+++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400" b="1" dirty="0">
                        <a:effectLst/>
                      </a:endParaRP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131102"/>
                  </a:ext>
                </a:extLst>
              </a:tr>
              <a:tr h="283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0" dirty="0">
                          <a:effectLst/>
                        </a:rPr>
                        <a:t>POULE POULE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400">
                        <a:effectLst/>
                      </a:endParaRP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D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>
                          <a:effectLst/>
                        </a:rPr>
                        <a:t>+++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5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400">
                        <a:effectLst/>
                      </a:endParaRP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>
                          <a:effectLst/>
                        </a:rPr>
                        <a:t>+++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400" dirty="0">
                        <a:effectLst/>
                      </a:endParaRP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105701"/>
                  </a:ext>
                </a:extLst>
              </a:tr>
              <a:tr h="327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0" dirty="0">
                          <a:effectLst/>
                        </a:rPr>
                        <a:t>PETIT BAC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>
                          <a:effectLst/>
                        </a:rPr>
                        <a:t>+++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D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>
                          <a:effectLst/>
                        </a:rPr>
                        <a:t>+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5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400">
                        <a:effectLst/>
                      </a:endParaRP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400">
                        <a:effectLst/>
                      </a:endParaRP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400" dirty="0">
                        <a:effectLst/>
                      </a:endParaRP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194245"/>
                  </a:ext>
                </a:extLst>
              </a:tr>
              <a:tr h="3177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0" dirty="0">
                          <a:effectLst/>
                        </a:rPr>
                        <a:t>SPEEDBAC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>
                          <a:effectLst/>
                        </a:rPr>
                        <a:t>+++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D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>
                          <a:effectLst/>
                        </a:rPr>
                        <a:t>+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5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400">
                        <a:effectLst/>
                      </a:endParaRP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400">
                        <a:effectLst/>
                      </a:endParaRP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400" dirty="0">
                        <a:effectLst/>
                      </a:endParaRP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436715"/>
                  </a:ext>
                </a:extLst>
              </a:tr>
              <a:tr h="283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0" dirty="0">
                          <a:effectLst/>
                        </a:rPr>
                        <a:t>JUST ONE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>
                          <a:effectLst/>
                        </a:rPr>
                        <a:t>+++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D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>
                          <a:effectLst/>
                        </a:rPr>
                        <a:t>+++</a:t>
                      </a: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5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400">
                        <a:effectLst/>
                      </a:endParaRP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400">
                        <a:effectLst/>
                      </a:endParaRPr>
                    </a:p>
                  </a:txBody>
                  <a:tcPr marL="42076" marR="42076" marT="21038" marB="210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42076" marR="42076" marT="21038" marB="210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467364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77E2933C-0099-30F2-4A31-2AC65F429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18256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95571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75</Words>
  <Application>Microsoft Macintosh PowerPoint</Application>
  <PresentationFormat>Grand écran</PresentationFormat>
  <Paragraphs>62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Audrey Papadopoulos</dc:creator>
  <cp:lastModifiedBy>Audrey Papadopoulos</cp:lastModifiedBy>
  <cp:revision>2</cp:revision>
  <dcterms:created xsi:type="dcterms:W3CDTF">2026-02-04T21:39:06Z</dcterms:created>
  <dcterms:modified xsi:type="dcterms:W3CDTF">2026-02-04T21:44:10Z</dcterms:modified>
</cp:coreProperties>
</file>